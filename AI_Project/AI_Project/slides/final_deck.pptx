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Slide 1 - Title</a:t>
            </a:r>
          </a:p>
          <a:p>
            <a:pPr>
              <a:defRPr sz="1800"/>
            </a:pPr>
            <a:r>
              <a:t>**Transport Delay Analysis**</a:t>
            </a:r>
          </a:p>
          <a:p>
            <a:pPr>
              <a:defRPr sz="1800"/>
            </a:pPr>
            <a:r>
              <a:t>- Author: Project</a:t>
            </a:r>
          </a:p>
          <a:p>
            <a:pPr>
              <a:defRPr sz="1800"/>
            </a:pPr>
            <a:r>
              <a:t>- Date: December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Slide 2 - Objectives</a:t>
            </a:r>
          </a:p>
          <a:p>
            <a:pPr>
              <a:defRPr sz="1800"/>
            </a:pPr>
            <a:r>
              <a:t>- Predict delays and understand drivers</a:t>
            </a:r>
          </a:p>
          <a:p>
            <a:pPr>
              <a:defRPr sz="1800"/>
            </a:pPr>
            <a:r>
              <a:t>- Implement robust pipeline and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Slide 3 - Data &amp; Cleaning</a:t>
            </a:r>
          </a:p>
          <a:p>
            <a:pPr>
              <a:defRPr sz="1800"/>
            </a:pPr>
            <a:r>
              <a:t>- Source: dirty_transport_dataset.csv</a:t>
            </a:r>
          </a:p>
          <a:p>
            <a:pPr>
              <a:defRPr sz="1800"/>
            </a:pPr>
            <a:r>
              <a:t>- Key cleaning steps: timestamp parsing, delay calc, imputation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Slide 4 - Feature Engineering</a:t>
            </a:r>
          </a:p>
          <a:p>
            <a:pPr>
              <a:defRPr sz="1800"/>
            </a:pPr>
            <a:r>
              <a:t>- Weather severity, route frequency, day_type</a:t>
            </a:r>
          </a:p>
          <a:p>
            <a:pPr>
              <a:defRPr sz="1800"/>
            </a:pPr>
            <a:r>
              <a:t>- Winsorization applied to `delay_minutes` and `passenger_count`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Slide 5 - Modeling</a:t>
            </a:r>
          </a:p>
          <a:p>
            <a:pPr>
              <a:defRPr sz="1800"/>
            </a:pPr>
            <a:r>
              <a:t>- Models: RandomForest, LinearRegression</a:t>
            </a:r>
          </a:p>
          <a:p>
            <a:pPr>
              <a:defRPr sz="1800"/>
            </a:pPr>
            <a:r>
              <a:t>- Cross-validation performance (R²)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Slide 6 - Explainability</a:t>
            </a:r>
          </a:p>
          <a:p>
            <a:pPr>
              <a:defRPr sz="1800"/>
            </a:pPr>
            <a:r>
              <a:t>- SHAP summaries and fallback importances</a:t>
            </a:r>
          </a:p>
          <a:p>
            <a:pPr>
              <a:defRPr sz="1800"/>
            </a:pPr>
            <a:r>
              <a:t>- Multi-model report: results/model_explainability_report.html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Slide 7 - CV Comparison</a:t>
            </a:r>
          </a:p>
          <a:p>
            <a:pPr>
              <a:defRPr sz="1800"/>
            </a:pPr>
            <a:r>
              <a:t>- Cross-validation boxplot included: results/cv_comparison_boxplot.png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Slide 8 - Conclusions &amp; Next Steps</a:t>
            </a:r>
          </a:p>
          <a:p>
            <a:pPr>
              <a:defRPr sz="1800"/>
            </a:pPr>
            <a:r>
              <a:t>- Validate on larger data</a:t>
            </a:r>
          </a:p>
          <a:p>
            <a:pPr>
              <a:defRPr sz="1800"/>
            </a:pPr>
            <a:r>
              <a:t>- Temporal CV and causal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Slide 9 - Repro Steps</a:t>
            </a:r>
          </a:p>
          <a:p>
            <a:pPr>
              <a:defRPr sz="1800"/>
            </a:pPr>
            <a:r>
              <a:t>```bash</a:t>
            </a:r>
          </a:p>
          <a:p>
            <a:pPr>
              <a:defRPr sz="1800"/>
            </a:pPr>
            <a:r>
              <a:t>python scripts/rebuild_outputs.py</a:t>
            </a:r>
          </a:p>
          <a:p>
            <a:pPr>
              <a:defRPr sz="1800"/>
            </a:pPr>
            <a:r>
              <a:t>```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End</a:t>
            </a:r>
          </a:p>
          <a:p>
            <a:pPr>
              <a:defRPr sz="1800"/>
            </a:pPr>
            <a:r>
              <a:t>*Slides are in Markdown — convert to PPTX with pandoc or present via Reveal.js.*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Executive Summary</a:t>
            </a:r>
          </a:p>
          <a:p>
            <a:pPr>
              <a:defRPr sz="1800"/>
            </a:pPr>
            <a:r>
              <a:t>- Objective: predict transport delay and explain drivers.</a:t>
            </a:r>
          </a:p>
          <a:p>
            <a:pPr>
              <a:defRPr sz="1800"/>
            </a:pPr>
            <a:r>
              <a:t>- Key results: RandomForest best R²; LinearRegression useful for interpretability.</a:t>
            </a:r>
          </a:p>
          <a:p>
            <a:pPr>
              <a:defRPr sz="1800"/>
            </a:pPr>
            <a:r>
              <a:t>- Top predictors: scheduled time, route frequency, weather severity.</a:t>
            </a:r>
          </a:p>
          <a:p>
            <a:pPr>
              <a:defRPr sz="1800"/>
            </a:pPr>
            <a:r>
              <a:t>- Policy note: winsorization used to reduce extreme outlier influence (1%/99%).</a:t>
            </a:r>
          </a:p>
          <a:p>
            <a:pPr>
              <a:defRPr sz="1800"/>
            </a:pPr>
            <a:r>
              <a:t>Speaker notes:</a:t>
            </a:r>
          </a:p>
          <a:p>
            <a:pPr>
              <a:defRPr sz="1800"/>
            </a:pPr>
            <a:r>
              <a:t>- Use this slide to present 2-3 actionable recommendations: further validation on larger data, add temporal CV, and explore causal analysis.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